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6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3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82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43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1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4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11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40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91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14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60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703A9-80B3-4AEA-BE44-5D77C2745560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C90F5-845A-49BA-92CB-F2D64C11E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5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5" y="461394"/>
            <a:ext cx="5259897" cy="29529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35" y="293692"/>
            <a:ext cx="4945981" cy="31206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712" y="3984770"/>
            <a:ext cx="7291373" cy="222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6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21" y="589075"/>
            <a:ext cx="7115152" cy="27456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58" y="3686956"/>
            <a:ext cx="7321678" cy="25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2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05" y="560915"/>
            <a:ext cx="8977012" cy="275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7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2025-11-06T08:55:21Z</dcterms:created>
  <dcterms:modified xsi:type="dcterms:W3CDTF">2025-11-06T08:55:37Z</dcterms:modified>
</cp:coreProperties>
</file>